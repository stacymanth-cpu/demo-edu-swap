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0972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EduSwap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1F5F9"/>
                </a:solidFill>
                <a:latin typeface="Calibri"/>
              </a:defRPr>
            </a:pPr>
            <a:r>
              <a:t>Skill Exchange Platform for University Students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7448" y="4663440"/>
            <a:ext cx="2743200" cy="45720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1 —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BICT300 — Final Year Project • Computer Science (Application Development)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1.  Introduction &amp; Problem Statement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2.  Our Solution — EduSwap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3.  Key Objectives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4.  System Architecture &amp; Technology Stack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5.  Data Model Design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6.  Core Features Overview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7.  UI/UX Design — Mockups &amp; Screenshots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8.  Project Plan &amp; Work Breakdown Structure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9.  Team Roles &amp; Responsibilities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10. Feasibility &amp; Innovation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11. Questions &amp;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Why EduSwap is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Many students cannot afford private tutoring or supplementary learning resources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Fellow students possess valuable skills and knowledge they could share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There is no structured platform connecting these complementary needs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Traditional tutoring platforms charge fees — excluding financially constrained students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Skills gaps exist across different university departments and institutions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Students lack motivation to teach because there is no incentive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34924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Insight: Students are both the demand AND the supply — they just need a platform to connect.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Solution — EduSwap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A peer-to-peer skill exchange platform for university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✓  Automatically matches users with complementary skill sets</a:t>
            </a:r>
          </a:p>
          <a:p>
            <a:pPr>
              <a:spcAft>
                <a:spcPts val="14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✓  Enables session scheduling with video call integration</a:t>
            </a:r>
          </a:p>
          <a:p>
            <a:pPr>
              <a:spcAft>
                <a:spcPts val="14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✓  Tracks learning progress through a credit-based economy</a:t>
            </a:r>
          </a:p>
          <a:p>
            <a:pPr>
              <a:spcAft>
                <a:spcPts val="14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✓  Facilitates real-time communication between matched users</a:t>
            </a:r>
          </a:p>
          <a:p>
            <a:pPr>
              <a:spcAft>
                <a:spcPts val="14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✓  Supports multiple SA universities with cross-institution matching</a:t>
            </a:r>
          </a:p>
          <a:p>
            <a:pPr>
              <a:spcAft>
                <a:spcPts val="14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✓  Provides community feedback through comments and ratings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828800"/>
            <a:ext cx="320040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A5E9"/>
                </a:solidFill>
                <a:latin typeface="Calibri"/>
              </a:defRPr>
            </a:pPr>
            <a:r>
              <a:t>📱  Android App (Kotlin)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Jetpack Compose + Material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200400"/>
            <a:ext cx="320040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🌐  Web App (React)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TypeScript + Vite + Firebase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572000"/>
            <a:ext cx="320040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☁️  Shared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Firebase Auth + Firestore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Measurable outcomes for the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54480"/>
            <a:ext cx="640080" cy="82296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6276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Enable skill-based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65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Algorithm matches complementary users with 90%+ relevance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468880"/>
            <a:ext cx="640080" cy="82296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542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Support real-time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880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Chat messages delivered in under 2 seconds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383280"/>
            <a:ext cx="10332720" cy="8229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383280"/>
            <a:ext cx="640080" cy="82296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20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4564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Integrate virtual sessions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794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Video call links launch correctly on Android and 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297680"/>
            <a:ext cx="640080" cy="82296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34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3708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Multi-university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709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Users from different universities can discover and match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5212080"/>
            <a:ext cx="640080" cy="82296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2852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Credit economy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623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Credits earned/spent tracked accurately per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Both platforms share a single Firebase 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3200400" cy="18288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EA5E9"/>
                </a:solidFill>
                <a:latin typeface="Calibri"/>
              </a:defRPr>
            </a:pPr>
            <a:r>
              <a:t>📱 Android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Kotlin + Jetpack Compose</a:t>
            </a:r>
            <a:br/>
            <a:r>
              <a:t>MVVM + Clean Architecture</a:t>
            </a:r>
            <a:br/>
            <a:r>
              <a:t>Hilt DI • Coroutines +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828800"/>
            <a:ext cx="3200400" cy="18288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🌐 Web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68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React + TypeScript</a:t>
            </a:r>
            <a:br/>
            <a:r>
              <a:t>Component Architecture</a:t>
            </a:r>
            <a:br/>
            <a:r>
              <a:t>React Router • CSS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749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3CE1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749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3CE1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4297680"/>
            <a:ext cx="5029200" cy="21031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☁️ Firebase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9377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Authentication — Email/Password sign-in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Cloud Firestore — Real-time NoSQL database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Cloud Storage — Profile photos &amp; media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Firebase Hosting — Web app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Tools and frameworks used in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212080" cy="5029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📱 Android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Language:  Kotlin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UI:  Jetpack Compose + Material 3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Architecture:  MVVM + Clean Architecture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DI:  Hilt (Dagger)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Async:  Coroutines + Flow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Images:  Coil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Backend:  Firebase SDK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Min SDK:  API 26 (Android 8.0)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2120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🌐 Web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Language:  TypeScript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Framework:  React 18+ (Vite)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Styling:  CSS Variables + Modules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State:  React Context + Hooks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Routing:  React Router v6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Backend:  Firebase JS SDK v9+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Icons:  Lucide React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Dates:  date-fns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Cloud Firestore collections — shared by Android &amp; Web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A5E9"/>
                </a:solidFill>
                <a:latin typeface="Calibri"/>
              </a:defRPr>
            </a:pPr>
            <a:r>
              <a:t>users/{uid}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276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User profiles, skills, credits, rating,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6276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Core identity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12848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A5E9"/>
                </a:solidFill>
                <a:latin typeface="Calibri"/>
              </a:defRPr>
            </a:pPr>
            <a:r>
              <a:t>matches/{id}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Match pairs with skill exchange, status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Matching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871216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443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A5E9"/>
                </a:solidFill>
                <a:latin typeface="Calibri"/>
              </a:defRPr>
            </a:pPr>
            <a:r>
              <a:t>sessions/{id}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9443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Scheduled sessions with date, skill, 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9443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Session mgmt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29584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027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A5E9"/>
                </a:solidFill>
                <a:latin typeface="Calibri"/>
              </a:defRPr>
            </a:pPr>
            <a:r>
              <a:t>chatRooms/{id}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60273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Chat rooms with participants and last message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6027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Real-time chat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87952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6110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A5E9"/>
                </a:solidFill>
                <a:latin typeface="Calibri"/>
              </a:defRPr>
            </a:pPr>
            <a:r>
              <a:t>chatRooms/{id}/messages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26110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Individual messages with sender, text, timestamp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2611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Chat messages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846320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9194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A5E9"/>
                </a:solidFill>
                <a:latin typeface="Calibri"/>
              </a:defRPr>
            </a:pPr>
            <a:r>
              <a:t>transactions/{id}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9194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Credit history — earned, spent, welcome bonus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9194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Credit system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504688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A5E9"/>
                </a:solidFill>
                <a:latin typeface="Calibri"/>
              </a:defRPr>
            </a:pPr>
            <a:r>
              <a:t>universities/{id}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577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University names, domains, logos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Multi-uni support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6163056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62362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A5E9"/>
                </a:solidFill>
                <a:latin typeface="Calibri"/>
              </a:defRPr>
            </a:pPr>
            <a:r>
              <a:t>skillsCatalog/{id}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2362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Skill names, categories, icons, user counts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6236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Skill discovery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Core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Key functionalities of the EduSwap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66160" cy="23774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6616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Email/password signup, login, password reset, session persistence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566160" cy="23774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56616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Profile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43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Photo upload, skill management, bio editing, university selection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3566160" cy="23774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554480"/>
            <a:ext cx="35661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Skill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743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Smart algorithm matching complementary skill sets across universities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60520"/>
            <a:ext cx="3566160" cy="23774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60520"/>
            <a:ext cx="3566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92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Session Scheduling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492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Schedule sessions with date, time, duration, and video call links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60520"/>
            <a:ext cx="3566160" cy="23774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160520"/>
            <a:ext cx="35661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892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Real-time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3492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Instant messaging with matched users via Firestore onSnapshot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4160520"/>
            <a:ext cx="3566160" cy="23774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4160520"/>
            <a:ext cx="356616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92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Credit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3492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Earn credits by teaching, spend to learn — with transaction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Credit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How the skill exchange economy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45920"/>
            <a:ext cx="1033272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1874520"/>
            <a:ext cx="164592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874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+50 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Welcome Bonus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48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New users start with 50 credits to begin learning immediately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88920"/>
            <a:ext cx="1033272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0" y="3017520"/>
            <a:ext cx="164592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017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+10 credits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80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Complete Teaching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Teachers earn credits for each completed 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931920"/>
            <a:ext cx="1033272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88720" y="4160520"/>
            <a:ext cx="164592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−10 credits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Book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434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Learners spend credits to schedule a learning session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074920"/>
            <a:ext cx="1033272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720" y="5303520"/>
            <a:ext cx="164592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303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+5 bonus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166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5-Star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Teachers receive bonus credits for excellent reviews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80644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This creates a self-sustaining economy where teaching is rewarded and learning is accessible.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Matching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How EduSwap finds the perfect learning partners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45920"/>
            <a:ext cx="10332720" cy="9601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645920"/>
            <a:ext cx="1097280" cy="9601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737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Find Potential Teachers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48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Query users whose skillsTeach overlaps with the current user's skillsLearn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43200"/>
            <a:ext cx="10332720" cy="9601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743200"/>
            <a:ext cx="1097280" cy="9601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Filter for Reciprocity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46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Keep only users whose skillsLearn overlaps with the current user's skillsTeach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40480"/>
            <a:ext cx="10332720" cy="9601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840480"/>
            <a:ext cx="1097280" cy="9601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Calculate Match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Score based on: skill overlap (60%), university bonus (20%), rating (20%)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937760"/>
            <a:ext cx="10332720" cy="9601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937760"/>
            <a:ext cx="1097280" cy="9601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Sort &amp; Present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440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Return candidates sorted by match score descending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852160"/>
            <a:ext cx="10332720" cy="6400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89788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Calibri"/>
              </a:defRPr>
            </a:pPr>
            <a:r>
              <a:t>Score = (Skill Overlap × 30) + (Reciprocal Overlap × 30) + (Same University × 20) + (Rating × 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UI/UX Design — Web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Modern dark theme with glassmorphism and micro-animations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39496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🏠  Landing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Hero section, features grid, CTA buttons, animated gradient orbs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39496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36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🔐  Login / Sign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Glassmorphism cards, floating orb backgrounds, password reset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06040"/>
            <a:ext cx="539496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79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📊 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Stats cards, upcoming sessions, recommended matches, trending skills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606040"/>
            <a:ext cx="539496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679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🔍  Explore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Skills grid + users view, category filters, match request modals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49040"/>
            <a:ext cx="539496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22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🤝  Matches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Pending/accepted tabs, accept/decline actions, session scheduling modal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49040"/>
            <a:ext cx="539496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822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📅  Sessions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Filter by status, complete/cancel actions, video call integration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92040"/>
            <a:ext cx="539496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65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💬  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49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Real-time messaging, room list with unread badges, online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892040"/>
            <a:ext cx="539496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965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👤  Profile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49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Inline editing, skill suggestions, photo upload, credit history, reviews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Application Screens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16 screens across both Android and Web platforms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55448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691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Sign 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91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155448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691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Explore Skills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3464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71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Skill Detail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283464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2971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Matches List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83464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971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Match Detail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283464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2971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Sessions 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11480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51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09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Schedule Session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411480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9000" y="4251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4709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Chat List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11480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251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🗨️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709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Conversation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411480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4251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4709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Profile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9496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532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✏️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989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Edit Profile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29000" y="539496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29000" y="5532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989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Reviews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539496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5532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5989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Credit History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89720" y="5394960"/>
            <a:ext cx="2651760" cy="109728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89720" y="5532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🏫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20" y="5989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University 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Plan — Development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Work Breakdown Structure (WBS)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97280" cy="59436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Auth &amp;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Firebase setup, Login/SignUp, profile creation, skills, photo upload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121408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121408"/>
            <a:ext cx="1097280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3113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167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Skill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441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1284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Matching algorithm, Explore screen, match suggestions, requests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79776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779776"/>
            <a:ext cx="109728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8950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2825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Sessions &amp; Video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0998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Week 2-3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87121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Session scheduling, video call integration, status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438144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438144"/>
            <a:ext cx="109728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5478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483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Credit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37581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52958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Welcome bonus, credit transfer, transaction history, balance badge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096512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096512"/>
            <a:ext cx="1097280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4142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Real-time Chat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4416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1879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Chat rooms, real-time messaging, image support, unread badges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754880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4754880"/>
            <a:ext cx="1097280" cy="5943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8646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Comments &amp; Reviews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846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Post-session reviews, star ratings, average on profiles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413248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" y="5413248"/>
            <a:ext cx="109728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5229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5458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Multi-University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5733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550468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University collection, filtering, statistics, leaderboard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6071616"/>
            <a:ext cx="10698480" cy="5943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0" y="6071616"/>
            <a:ext cx="109728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618134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11680" y="6117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Polish &amp; Deploy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11680" y="63916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616305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UI polish, animations, error handling, Firebase Hosting, APK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Team Roles &amp;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Work is divided evenly amongst 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Each team member contributed equally to research, development, testing, and presentation preparation.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2651760" cy="32004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320" y="2560320"/>
            <a:ext cx="914400" cy="91440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788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Team Member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Frontend Web Development</a:t>
            </a:r>
            <a:br/>
            <a:r>
              <a:t>React components, CSS styling, responsive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286000"/>
            <a:ext cx="2651760" cy="32004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560320"/>
            <a:ext cx="914400" cy="91440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788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Team Member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1148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Backend &amp; Firebase</a:t>
            </a:r>
            <a:br/>
            <a:r>
              <a:t>Firestore services, authentication, data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286000"/>
            <a:ext cx="2651760" cy="32004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2560320"/>
            <a:ext cx="914400" cy="91440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2788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Team Member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148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Android Development</a:t>
            </a:r>
            <a:br/>
            <a:r>
              <a:t>Kotlin, Jetpack Compose, MVVM 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286000"/>
            <a:ext cx="2651760" cy="32004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95560" y="2560320"/>
            <a:ext cx="914400" cy="91440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2788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Team Member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41148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UI/UX Design &amp; Testing</a:t>
            </a:r>
            <a:br/>
            <a:r>
              <a:t>Mockups, user testing, documentation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Calibri"/>
              </a:defRPr>
            </a:pPr>
            <a:r>
              <a:t>💡 Replace "Team Member" placeholders with your actual team members' names and specific roles.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Feasibility &amp; Innovation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Why this project is practical and original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2120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✅  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 Firebase free tier is sufficient for development and demo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 React + Kotlin are industry-standard, well-documented technologies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 Shared backend ensures data consistency across platforms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 Progressive development phases allow incremental testing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 All tools are free/open-source — zero licensing costs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 Web app deploys instantly via Firebase Hosting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212080" cy="5029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💡  Innovation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 No existing platform for student-to-student skill bartering in SA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 Credit-based economy incentivizes teaching — not just learning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 Smart matching algorithm with reciprocal skill detection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 Cross-platform: Android + Web sharing a single real-time backend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 Multi-university support — breaks institutional silos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 Integrated video calls directly within the platform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Potential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How EduSwap can transform student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45920"/>
            <a:ext cx="1033272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737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Reduce Learning Costs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488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Students access free tutoring through skill exchange — breaking financial barriers to education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834640"/>
            <a:ext cx="1033272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926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Build Community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3375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Creates cross-disciplinary and cross-university connections that wouldn't happen otherwise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023360"/>
            <a:ext cx="1033272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114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Develop Soft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526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Teaching builds communication, leadership, and presentation skills valued by employers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212080"/>
            <a:ext cx="10332720" cy="100584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349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303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Scalable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7150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Can expand to any university in South Africa — and eventually internationally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80644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"Education is the most powerful weapon which you can use to change the world." — Nelson Mandela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3716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1F5F9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5029200"/>
            <a:ext cx="3200400" cy="45720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EduSwap — 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BICT300 • Final Year Project •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